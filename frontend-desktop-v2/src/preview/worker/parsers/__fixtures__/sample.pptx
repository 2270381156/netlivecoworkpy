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NetworkDesigner 架构设计与方案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面向网络集成工程师的 AI 辅助网络设计工具</a:t>
            </a:r>
          </a:p>
          <a:p>
            <a:r>
              <a:t>汇报时间：2026年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产品定位与核心目标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在 VS Code 中以 AI Agent 辅助完成网络设计全生命周期（Plan → Design → 交接 Implement）</a:t>
            </a:r>
          </a:p>
          <a:p>
            <a:pPr lvl="1"/>
            <a:r>
              <a:t>产品形式：VS Code Extension UI + Python AI Agent 后端</a:t>
            </a:r>
          </a:p>
          <a:p>
            <a:pPr lvl="1"/>
            <a:r>
              <a:t>面向对象：网络集成工程师</a:t>
            </a:r>
          </a:p>
          <a:p>
            <a:pPr lvl="1"/>
            <a:r>
              <a:t>核心功能：文档管理、智能拓扑设计自动布局与工程协作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核心架构理念：前后端协同 Agent 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Shell (VS Code Node.js 插件) 与 智能大脑 (Python Agent)</a:t>
            </a:r>
          </a:p>
          <a:p>
            <a:pPr lvl="1"/>
            <a:r>
              <a:t>Plugin (Node.js)：负责工作区文件系统、VS Code API（如各种面板）及复杂用户界面（如 Cytoscape 拓扑画布）的呈现。</a:t>
            </a:r>
          </a:p>
          <a:p>
            <a:pPr lvl="1"/>
            <a:r>
              <a:t>Agent (Python)：大语言模型推理核心，接管数据管理、设计决策与 Skill 超级工具执行。</a:t>
            </a:r>
          </a:p>
          <a:p>
            <a:pPr lvl="1"/>
            <a:r>
              <a:t>通信链路：基于 WebSocket 提供 JSON-RPC 2.0 的双向流可靠通信（ws://127.0.0.1）。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核心智能组件设计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 是系统的智慧担当，囊括以下核心系统：</a:t>
            </a:r>
          </a:p>
          <a:p>
            <a:pPr lvl="1"/>
            <a:r>
              <a:t>LLM 驱动流：实现了基于 LLM 工具调用的推理主循环主函数</a:t>
            </a:r>
          </a:p>
          <a:p>
            <a:pPr lvl="1"/>
            <a:r>
              <a:t>Skill 能力大厅：系统内置 7 个不可或缺的核心 Tool 能力（数据提取、文本审查、项目引导等），并且支持灵活扩展与远程加载</a:t>
            </a:r>
          </a:p>
          <a:p>
            <a:pPr lvl="1"/>
            <a:r>
              <a:t>专业文档知识库 DocBase：通过向量+BM25结合的复合检索，极速提供设备特写和拓扑历史记忆</a:t>
            </a:r>
          </a:p>
          <a:p>
            <a:pPr lvl="1"/>
            <a:r>
              <a:t>拓扑推演渲染引擎：运用 TopoGraphIR 中间结构体完成自动布局解算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双轨数据治理与双核同步机制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为了处理超大规模网元节点，保证不卡顿与数据精准，方案采用双核持久化</a:t>
            </a:r>
          </a:p>
          <a:p>
            <a:pPr lvl="1"/>
            <a:r>
              <a:t>Plugin 前端缓存层 (.vscode/nd.sqlite)：基于 sql.js WASM 引擎，提供毫秒级、0延迟的表格与侧栏渲染响应。</a:t>
            </a:r>
          </a:p>
          <a:p>
            <a:pPr lvl="1"/>
            <a:r>
              <a:t>Agent 权威数据源 WorkspaceDB (.nda/workspace.db)：具备完全的决策权，所有关键网元删除、图纸修改等，需经过 Agent 过滤后调用 view/notifyDataChanged 通知前端。</a:t>
            </a:r>
          </a:p>
          <a:p>
            <a:pPr lvl="1"/>
            <a:r>
              <a:t>附加支持结构化导入的庞大 Excel、DOCX 参数级数据层（DataStore）。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安全合规及一键集成工作流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对企业级敏感信息开发过程提供最高防护：</a:t>
            </a:r>
          </a:p>
          <a:p>
            <a:pPr lvl="1"/>
            <a:r>
              <a:t>严格管控文件落盘：一切 AI 发起的代码和工程文件覆盖需发起 Modal Diff，在界面强制二次人工确认。</a:t>
            </a:r>
          </a:p>
          <a:p>
            <a:pPr lvl="1"/>
            <a:r>
              <a:t>路径沙箱隔离：从 API 层面防范 AI 的不规范操作跨出项目目录（目录穿越）。</a:t>
            </a:r>
          </a:p>
          <a:p>
            <a:pPr lvl="1"/>
            <a:r>
              <a:t>丝滑的无感启动：只需一次 Token 与 Lock 文件握手，静默拉起子 Python 进程，无需手动配环境端口（Agent 与插件自恰同生）。</a:t>
            </a:r>
          </a:p>
          <a:p>
            <a:pPr lvl="1"/>
            <a:r>
              <a:t>完整闭环体验：可将设计对白一键梳理排版为标准的架构 DOCX / PPT 及交付级的数据报表。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